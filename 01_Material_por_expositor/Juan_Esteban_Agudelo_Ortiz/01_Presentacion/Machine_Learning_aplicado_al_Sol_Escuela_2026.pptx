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familias de tareas; las cuatro láminas siguientes las desarrollan en este orden: agujeros coronales (segmentation), clima espacial (forecasting), HelioML (super-resolution y más) y MUISCA (inversión). Cifras para tener a mano, todas de la revisión: U-Net con 2385 mapas, sección 7.1; Enhance lleva el píxel de HMI de 0,5″ a 0,25″ y puede crear artefactos, sección 7.10.3; SICON invierte un mapa de 512 × 512 de Hinode en ≈ 200 ms en una GPU, sección 7.7.1; FarNet detecta ≈ 47 % más regiones del far side a iguales falsos positivos, sección 7.10.6.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labels confiables, supervised; para explorar datos sin labels, unsupervised.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Cuatro familias de tareas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Segmentation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agujeros coronales con una U-Net en AIA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Inversión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Stokes → T, v_LOS y B_LOS: SICON y MUISCA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Forecasting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flares y CME: del SVM a las CNN y las LSTM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Super-resolution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Enhance en HMI, FarNet, DeepEM y más, en HelioML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ASENSIO RAMOS ET AL. (2023), SECCIÓN 7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 (2018), HelioML,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