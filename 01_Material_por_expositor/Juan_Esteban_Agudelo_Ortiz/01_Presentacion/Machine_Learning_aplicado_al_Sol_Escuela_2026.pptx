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xml"/><Relationship Id="rId23" Type="http://schemas.openxmlformats.org/officeDocument/2006/relationships/notesMaster" Target="notesMasters/notesMaster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slide" Target="slides/slide29.xml"/><Relationship Id="rId53" Type="http://schemas.openxmlformats.org/officeDocument/2006/relationships/slide" Target="slides/slide30.xml"/><Relationship Id="rId54" Type="http://schemas.openxmlformats.org/officeDocument/2006/relationships/slide" Target="slides/slide31.xml"/><Relationship Id="rId55"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Definición de trabajo: una DNN es un regresor no lineal enorme. 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 Id="rId7" Type="http://schemas.openxmlformats.org/officeDocument/2006/relationships/image" Target="../media/image24.png"/><Relationship Id="rId8"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txBody>
          <a:bodyPr/>
          <a:p/>
        </p:txBody>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txBody>
          <a:bodyPr/>
          <a:p/>
        </p:txBody>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DNN</a:t>
            </a:r>
            <a:r>
              <a:rPr lang="en-US" sz="2499" spc="-37" strike="noStrike" u="none" i="0">
                <a:solidFill>
                  <a:srgbClr val="071D30"/>
                </a:solidFill>
                <a:latin typeface="Helvetica World"/>
                <a:ea typeface="Helvetica World"/>
                <a:cs typeface="Helvetica World"/>
                <a:sym typeface="Helvetica World"/>
              </a:rPr>
              <a:t>: regresor no lineal enorme</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Gonzalez,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640000"/>
            <a:ext cx="8424000" cy="5244619"/>
          </a:xfrm>
          <a:prstGeom prst="rect">
            <a:avLst/>
          </a:prstGeom>
          <a:effectLst>
            <a:outerShdw blurRad="254000" dist="76200" dir="5400000" algn="t" rotWithShape="0">
              <a:srgbClr val="000000">
                <a:alpha val="55000"/>
              </a:srgbClr>
            </a:outerShdw>
          </a:effectLst>
        </p:spPr>
      </p:pic>
      <p:sp>
        <p:nvSpPr>
          <p:cNvPr id="23" name="Etiqueta Juan Esteban Agudelo Ortiz"/>
          <p:cNvSpPr/>
          <p:nvPr/>
        </p:nvSpPr>
        <p:spPr>
          <a:xfrm>
            <a:off x="11735840" y="2143638"/>
            <a:ext cx="177825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Juan Esteban Agudelo Ortiz</a:t>
            </a:r>
          </a:p>
        </p:txBody>
      </p:sp>
      <p:sp>
        <p:nvSpPr>
          <p:cNvPr id="24" name="Etiqueta Thomas Gonzalez"/>
          <p:cNvSpPr/>
          <p:nvPr/>
        </p:nvSpPr>
        <p:spPr>
          <a:xfrm>
            <a:off x="16122508" y="2270451"/>
            <a:ext cx="1111885"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Thomas Gonzalez</a:t>
            </a:r>
          </a:p>
        </p:txBody>
      </p:sp>
      <p:sp>
        <p:nvSpPr>
          <p:cNvPr id="25" name="Etiqueta Milena Barrios"/>
          <p:cNvSpPr/>
          <p:nvPr/>
        </p:nvSpPr>
        <p:spPr>
          <a:xfrm>
            <a:off x="11782282" y="5024103"/>
            <a:ext cx="1051306"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Milena Barrios</a:t>
            </a:r>
          </a:p>
        </p:txBody>
      </p:sp>
      <p:sp>
        <p:nvSpPr>
          <p:cNvPr id="26" name="Etiqueta Claudia Cuellar"/>
          <p:cNvSpPr/>
          <p:nvPr/>
        </p:nvSpPr>
        <p:spPr>
          <a:xfrm>
            <a:off x="16117979" y="4978812"/>
            <a:ext cx="1111885"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Claudia Cuellar</a:t>
            </a:r>
          </a:p>
        </p:txBody>
      </p:sp>
      <p:pic>
        <p:nvPicPr>
          <p:cNvPr id="27" name="Foto Santiago Pinilla" descr="editor_santiago_pinilla.png"/>
          <p:cNvPicPr>
            <a:picLocks noChangeAspect="1"/>
          </p:cNvPicPr>
          <p:nvPr/>
        </p:nvPicPr>
        <p:blipFill>
          <a:blip r:embed="rId7"/>
          <a:stretch>
            <a:fillRect/>
          </a:stretch>
        </p:blipFill>
        <p:spPr>
          <a:xfrm>
            <a:off x="10320064" y="6004619"/>
            <a:ext cx="2300000" cy="2300000"/>
          </a:xfrm>
          <a:prstGeom prst="rect">
            <a:avLst/>
          </a:prstGeom>
        </p:spPr>
      </p:pic>
      <p:sp>
        <p:nvSpPr>
          <p:cNvPr id="28" name="Etiqueta Santiago Pinilla"/>
          <p:cNvSpPr/>
          <p:nvPr/>
        </p:nvSpPr>
        <p:spPr>
          <a:xfrm>
            <a:off x="10883832" y="7646755"/>
            <a:ext cx="117246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Santiago Pinilla</a:t>
            </a:r>
          </a:p>
        </p:txBody>
      </p:sp>
      <p:pic>
        <p:nvPicPr>
          <p:cNvPr id="29" name="Foto Daniel Rodríguez" descr="editor_daniel_rodriguez.png"/>
          <p:cNvPicPr>
            <a:picLocks noChangeAspect="1"/>
          </p:cNvPicPr>
          <p:nvPr/>
        </p:nvPicPr>
        <p:blipFill>
          <a:blip r:embed="rId8"/>
          <a:stretch>
            <a:fillRect/>
          </a:stretch>
        </p:blipFill>
        <p:spPr>
          <a:xfrm>
            <a:off x="14667935" y="6004619"/>
            <a:ext cx="2300000" cy="2300000"/>
          </a:xfrm>
          <a:prstGeom prst="rect">
            <a:avLst/>
          </a:prstGeom>
        </p:spPr>
      </p:pic>
      <p:sp>
        <p:nvSpPr>
          <p:cNvPr id="30" name="Etiqueta Daniel Rodríguez"/>
          <p:cNvSpPr/>
          <p:nvPr/>
        </p:nvSpPr>
        <p:spPr>
          <a:xfrm>
            <a:off x="15231703" y="7646755"/>
            <a:ext cx="117246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Daniel Rodríguez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txBody>
          <a:bodyPr/>
          <a:p/>
        </p:txBody>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txBody>
          <a:bodyPr/>
          <a:p/>
        </p:txBody>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txBody>
          <a:bodyPr/>
          <a:p/>
        </p:txBody>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