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notebook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notebook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flares puede plantearse como clasificación (¿habrá una M o mayor?) o como regresión (flujo máximo de rayos X en 24 h): revisión, sección 1.1.1. El ejemplo unsupervised de la revisión es hacer clustering de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cuatro palabras vuelven en toda la sesión: la U-Net de agujeros coronales minimiza una loss (binary cross-entropy), en los flares hay que comparar contra un baseline porque los flares grandes son raros, y los resultados del prototipo se miden en regiones held-out contra baselines. Si el modelo solo mejora en train y no en held-out, memorizó (overfitting).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lista completa de la sección 7 de la revisión (Asensio Ramos et al. 2023): 7.1 segmentation, 7.2 classification, 7.3 y 7.4 flare prediction y modelos explicables, 7.5 heliosfera y space weather, 7.6 ciclo solar, 7.7 inversión de Stokes (acelerar y caracterizar la incertidumbre), 7.8 reconstrucción 3D de la corona, 7.9 deconvolution, 7.10 image-to-image: datos sintéticos, velocidades, super-resolution, denoising, desaturación y far-side imaging. HelioML añade otras, como la estimación de DEM (DeepEM). No las vamos a ver todas: elegimos cuatro casos para ver cómo se plantea cada tipo de problema. Cifras para tener a mano: U-Net con 2385 mapas (7.1); Enhance lleva el píxel de HMI de 0,5″ a 0,25″ y puede crear artefactos (7.10.3); SICON invierte un mapa de 512 × 512 de Hinode en ≈ 200 ms (7.7.1); FarNet detecta ≈ 47 % más regiones del far side a iguales falsos positivos (7.10.6).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loss es la binary cross-entropy (ec. 51): L = −Σ [y log ŷ + (1−y) log(1−ŷ)], con y el label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notebook: los 13 canales de la AR 11944 a las 18:24 UT, en pleno flare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notebook del capítulo 1 (helioml.org/02/notebook.html): qué tanto separa cada parámetro SHARP las regiones con y sin CME; la helicidad de corriente media es la que más separa. Nueve capítulos con notebook: CME, Enhance, DEM, centelleo, espectros de regiones con flares, far side,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held-out y en cuatro regiones de Hinode/SOT-SP del catálogo MODEST, comparando con las inversiones 2D de SPINOR. La mancha está fuera del rango de campos del entrenamiento. Arriba, la arquitectura; abajo, B_LOS: verdad de SPINOR, baseline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zero-shot en forecasting de dinámica solar y de flares, y con fine-tuning (LoRA) en viento solar, segmentation de regiones activas, flares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vision-language model (VLM) sobre Surya, con dos prácticas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 Transición: para enseñarle a un modelo a describir, hacen falta pares observación–caption; ¿de dónde salen?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 Ejemplo de caption de plantilla: «An active region in the southern hemisphere on the east side of the disk (S05 E32) with 1 sunspot. It is a small single unipolar sunspot.» Transición: ya sabemos qué texto queremos; ahora, qué ve el modelo de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histogramas muestran qué hace cada paso: el signed log comprime la cola larga de valores brillantes; la standardization con constantes globales deja los píxeles del flare a cientos de desviaciones. 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notebook coincide con el de torch (diferencia máxima 6e-8). Transición: ahora lo hacen ustedes, del dato crudo a los 256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min. Celda de la sección 2 del notebook (sin el bucle de impresión). Después, secciones 3 a 5: región de interés, tokens y pooling. Pregunta de la sección 4 para discutir: ¿qué estructuras de la imagen se ven en el mapa de normas de los tokens? Transición: ya tenemos 256 tokens de 1280 números; el LLM espera vectores de 4096.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 la figura de arriba abajo con las formas de los tensores. Por qué no lineal: Surya se entrenó para pronosticar, no para alinearse con texto. Como Surya está frozen,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el caption de plantilla de la AR 11892 (9 nov 2013), 40 tokens con el &lt;|im_end|&gt;; posiciones calculadas con el tokenizer de Qwen3-8B y el mismo código del entrenamiento. Entre el prompt y el caption hay un bloque &lt;think&gt;&lt;/think&gt; vacío: Qwen3 puede razonar antes de responder y aquí ese modo está apagado. Transición: ahora lo ven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 ≈ 10 min. Transición: con el projector entrenado (en GPU, fuera de la clase), ¿qué aprendió?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2: 139 muestras de entrenamiento y 55 held-out. 0,557 y +0,18 salen del log de entrenamiento (la siguiente lámina los muestra en las curvas); el image gap es el promedio de las epochs 5 a 20. 17/19 está en la sección 8 del notebook; 29/55 sale del ejercicio 4. Recordar la lámina de entrenar y evaluar: todo se mide en held-out y contra un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la sección 8 del notebook: seis captions generados y la tabla contra los baselines. La loss en train sigue bajando mientras la held-out se estanca desde la epoch 9: más epochs no ayudan con 139 muestras. 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(2022), Space Weather 20, e2022SW003044.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tres ideas y dejar la tarea: los ejercicios 1 a 4 del notebook; las soluciones están en 05_Recursos_adicionales/soluciones_ejercicios.ipynb. Luego,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Notebooks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1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Supervised y unsupervised, deep learning, y cómo se entrena y se evalúa un modelo.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Segmentation, super-resolution, inversión y forecasting;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projector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 Learning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 vs. unsupervised learning (Asensio Ramos et al. 2023, §1)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input–output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¿flare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Unsupervised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labels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clustering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labels confiables, supervised; para explorar datos sin labels, unsupervised.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Deep learning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loss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mide qué tan lejos está la predicción del label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Entrenar es bajar la loss con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gradient descent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; backpropagation dice cómo mover cada peso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evalúa en datos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held-out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que el modelo nunca vio al entrenar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Siempre contra un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baseline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tonto, p. ej. «nunca hay flare»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Entrenar y evaluar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modelo es bueno solo si supera a un baseline en datos que no vio.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entrenar_evalu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Aplicaciones del ML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Sección 7 de Asensio Ramos et al. (2023)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41040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Entender el Sol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Segmentation: agujeros coronales, manchas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Classification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Inversión de Stokes, y su incertidumbre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Reconstrucción 3D de la corona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Deconvolution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Estimación de velocidades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41040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Predecir y mejorar datos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Forecasting de flares y de CME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Heliosfera y space weather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Predicción del ciclo solar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Super-resolution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Denoising y desaturación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Far-side imaging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Generación de datos sintéticos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4104000"/>
            <a:ext cx="28575" cy="360000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Vemos cuatro casos: agujeros coronales, flares y CME, HelioML y MUISCA.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binary cross-entropy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Flares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flares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Los flares grandes son raros: hay que comparar contra baselines.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el flare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notebooks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notebooks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labels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Bobra y Mason (2018), HelioML, helioml.org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Fisher score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foundation model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foundation model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propios labels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Foundation model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Pretrained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fine-tuning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Flares,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 flare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observación–caption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pretrained para hacer forecasting del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ROY ET AL. (2025)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Scaling, signed log y standardization con μ y σ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notebook,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histogramas de aia94 en cada paso, AR 11944 (notebook, sección 2)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hist_n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patch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Adaptive pooling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Projector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 lee los visual tokens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projector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projector: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propia, con las formas reales de cada paso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arquitectura_v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316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Encabezado, 256 visual tokens (posiciones 4 a 259), el prompt y el caption. La loss solo cuenta el caption y su token de fin (275 a 314), no el prompt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notebook,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projector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projector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loss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loss en las regiones held-out (epoch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image gap: cuánto sube la loss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(baseline: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loss held-out baja hasta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0,557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se estabiliza;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con otra imagen la loss sube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baselines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loss curves y image gap del prototipo (run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loss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segmentation, super-resolution, inversión y forecasting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foundation models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projector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TAREA  ›  Ejercicios 1–4 del notebook (sección 9). Para seguir: HelioML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 (2018). Machine Learning, Statistics, and Data Mining for Heliophysics (HelioML). doi:10.5281/zenodo.1412824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Enhancing SDO/HMI images using deep learning. A&amp;A 614, A5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Coronal Mass Ejections Using Machine Learning Methods. ApJ 821, 127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Reiss et al. (2021). The Observational Uncertainty of Coronal Hole Boundaries in Automated Detection Schemes. ApJ 913, 28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notebooks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