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super-resolution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far side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super-resolution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 (2018), HelioML,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