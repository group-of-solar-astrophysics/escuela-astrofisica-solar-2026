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cuaderno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cuaderno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erupciones puede plantearse como clasificación (¿habrá una M o mayor?) o como regresión (flujo máximo de rayos X en 24 h): revisión, sección 1.1.1. El ejemplo no supervisado de la revisión es agrupar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la pérdida que usaron Illarionov y Tlatov (2018) para segmentar agujeros coronales con una U-Net (revisión, sección 7.1). Entrenar es minimizar una pérdida; se separan datos de entrenamiento y de prueba para saber si el modelo generaliza.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superresolución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cuaderno: los 13 canales de la AR 11944 a las 18:24 UT, en plena erupción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Nueve capítulos con cuaderno: CME, Enhance, DEM, centelleo, espectros de regiones con erupciones, lado lejano,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apartado y en cuatro regiones de Hinode/SOT-SP del catálogo MODEST, comparando con las inversiones 2D de SPINOR. La mancha está fuera del rango de campos del entrenamiento. Arriba, la arquitectura; abajo, B_LOS: verdad de SPINOR, línea base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sin ajuste en pronóstico de dinámica solar y de erupciones, y con LoRA en viento solar, segmentación de regiones activas, erupciones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modelo de visión y lenguaje sobre Surya, con dos prácticas en 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Celda de la sección 2 del cuaderno (sin el bucle de impresión). Después, secciones 3 a 5: región de interés, tokens y pooling.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cuaderno coincide con el de torch (diferencia máxima 6e-8).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Surya está congelado,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 con un caption de 10 tokens: «A prominence eruption at the north-west limb.» (secuencia_ejemplo.json).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Corrida 2: 139 muestras de entrenamiento y 55 apartadas. La brecha de imagen es el promedio de las épocas 5 a 20. El sesgo hacia «sur» sale del ejercicio 4 del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Proyecto complementario con un colaborador externo. SUVI: Darnel et al. (2022).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y abrir la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Cuadernos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0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Supervisado y no supervisado, redes profundas y cómo se entrenan.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Segmentar, enfocar, invertir y predecir;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proyector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Aprendizaje automático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 vs. no supervisado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entrada–salida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¿erupción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 supervisado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etiquetas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agrupar (clustering)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etiquetas confiables, supervisado; para explorar datos sin etiquetas, no supervisado.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Redes profundas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36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 = −Σ [y log ŷ + (1−y) log(1−ŷ)]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Entropía cruzada binaria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y es la etiqueta de cada píxel (1 si es agujero coronal) y ŷ la probabilidad que predice la red. El descenso del gradiente, con retropropagación, ajusta los pesos para reducir L.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Asensio Ramos et al. (2023), ec. 51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lado lejano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superresolución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Erupciones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erupciones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Las erupciones grandes son raras: hay que comparar contra líneas base.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la erupción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cuadernos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cuadernos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etiquetas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Mason, HelioML v0.4.0,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Pérdida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12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modelo base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modelo fundacional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propias etiquetas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Modelo base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Preentrenado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ajuste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Erupciones,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una erupción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preentrenado para pronosticar 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60"/>
              </a:lnSpc>
              <a:spcBef>
                <a:spcPct val="0"/>
              </a:spcBef>
            </a:pPr>
            <a:r>
              <a:rPr lang="en-US" sz="36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x′ = (s(0,01·x) − μ) / (σ + ε)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Con s(x) = sign(x)·log(1+|x|): escala, logaritmo con signo y estandarización con μ y σ globales por canal. Por eso aia94 va de −0,53 a 219,6, sin media 0.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cuaderno,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 13 canales del recorte de la AR 11944, con sus unidades (DN/s, G, m/s)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parche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Pooling adaptativo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observación–descripción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Proyector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 lee los tokens visuales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proyector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proyector: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esquema de un VLM de teledetección, Weng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arc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82649"/>
            <a:ext cx="8424000" cy="426670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286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Instrucción, 256 tokens visuales (posiciones 4 a 259) y el caption. La pérdida solo cuenta el caption y su marca de fin (275 a 284), no la pregunta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cuaderno,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proyector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proyector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pérdida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pérdida en las regiones apartadas (época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cuánto sube la pérdida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(línea base: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pérdida baja y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la brecha es positiva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líneas base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curvas de pérdida del prototipo (corrida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res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184364"/>
            <a:ext cx="8424000" cy="306327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417" t="0" r="-417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plantilla de la escuela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segmentar, enfocar, invertir y predecir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modelos base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proyector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PARA SEGUIR  ›  HelioML (helioml.org) y Asensio Ramos et al. (2023)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1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Mason. HelioML, v0.4.0 (helioml.org)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Enhance. A&amp;A 614, A5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CMEs. ApJ 821, 127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cuadernos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