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cuaderno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cuaderno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erupciones puede plantearse como clasificación (¿habrá una M o mayor?) o como regresión (flujo máximo de rayos X en 24 h): revisión, sección 1.1.1. El ejemplo no supervisado de la revisión es agrupar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superresolución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pérdida es la entropía cruzada binaria (ec. 51): L = −Σ [y log ŷ + (1−y) log(1−ŷ)], con y la etiqueta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cuaderno: los 13 canales de la AR 11944 a las 18:24 UT, en plena erupción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cuaderno del capítulo 1 (helioml.org/02/notebook.html): qué tanto separa cada parámetro SHARP las regiones con y sin CME; la helicidad de corriente media es la que más separa. Nueve capítulos con cuaderno: CME, Enhance, DEM, centelleo, espectros de regiones con erupciones, lado lejano,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apartado y en cuatro regiones de Hinode/SOT-SP del catálogo MODEST, comparando con las inversiones 2D de SPINOR. La mancha está fuera del rango de campos del entrenamiento. Arriba, la arquitectura; abajo, B_LOS: verdad de SPINOR, línea base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sin ajuste en pronóstico de dinámica solar y de erupciones, y con LoRA en viento solar, segmentación de regiones activas, erupciones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modelo de visión y lenguaje sobre Surya, con dos prácticas en 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cuaderno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cuaderno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congelado,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Corrida 2: 139 muestras de entrenamiento y 55 apartadas. La brecha de imagen es el promedio de las épocas 5 a 20. El sesgo hacia «sur» sale del ejercicio 4 del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Cuadernos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Supervisado y no supervisado, y las redes profundas más usadas.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Segmentar, enfocar, invertir y predecir;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proyector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Aprendizaje automático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 vs. no supervisado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entrada–salida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¿erupción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 supervisado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etiquetas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agrupar (clustering)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etiquetas confiables, supervisado; para explorar datos sin etiquetas, no supervisado.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Redes profundas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lado lejano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superresolución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entropía cruzada binaria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Erupciones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erupciones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Las erupciones grandes son raras: hay que comparar contra líneas base.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la erupción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cuadernos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cuadernos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etiquetas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puntaje de Fisher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Pérdida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modelo base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modelo fundacional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propias etiquetas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Modelo base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Preentrenado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ajuste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Erupciones,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una erupción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preentrenado para pronosticar 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Escala, logaritmo con signo y estandarización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cuaderno,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can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parche de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Pooling adaptativo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observación–descripción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Proyector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 lee los tokens visuales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proyector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proyector: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Instrucción, 256 tokens visuales (posiciones 4 a 259) y el caption. La pérdida solo cuenta el caption y su marca de fin (275 a 284), no la pregunta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cuaderno,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proyector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proyector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pérdida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pérdida en las regiones apartadas (época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cuánto sube la pérdida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(línea base: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pérdida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la brecha es positiva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líneas base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curvas de pérdida del prototipo (corrida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segmentar, enfocar, invertir y predecir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modelos base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proyector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cuadernos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