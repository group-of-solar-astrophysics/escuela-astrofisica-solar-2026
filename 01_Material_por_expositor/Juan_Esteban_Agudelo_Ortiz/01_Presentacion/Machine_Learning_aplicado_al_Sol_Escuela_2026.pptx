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b="1" i="0">
                <a:solidFill>
                  <a:srgbClr val="071D30"/>
                </a:solidFill>
                <a:latin typeface="Helvetica World Bold"/>
                <a:ea typeface="Helvetica World Bold"/>
                <a:cs typeface="Helvetica World Bo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2093690"/>
            <a:ext cx="8424000" cy="5244619"/>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