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lista completa de la sección 7 de la revisión (Asensio Ramos et al. 2023): 7.1 segmentation, 7.2 classification, 7.3 y 7.4 flare prediction y modelos explicables, 7.5 heliosfera y space weather, 7.6 ciclo solar, 7.7 inversión de Stokes (acelerar y caracterizar la incertidumbre), 7.8 reconstrucción 3D de la corona, 7.9 deconvolution, 7.10 image-to-image: datos sintéticos, velocidades, super-resolution, denoising, desaturación y far-side imaging. HelioML añade otras, como la estimación de DEM (DeepEM). No las vamos a ver todas: elegimos cuatro casos para ver cómo se plantea cada tipo de problema. Cifras para tener a mano: U-Net con 2385 mapas (7.1); Enhance lleva el píxel de HMI de 0,5″ a 0,25″ y puede crear artefactos (7.10.3); SICON invierte un mapa de 512 × 512 de Hinode en ≈ 200 ms (7.7.1); FarNet detecta ≈ 47 % más regiones del far side a iguales falsos positivos (7.10.6).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labels confiables, supervised; para explorar datos sin labels, unsupervised.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Aplicaciones del ML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Sección 7 de Asensio Ramos et al. (2023)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41040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Entender el Sol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Segmentation: agujeros coronales, manchas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Classification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Inversión de Stokes, y su incertidumbre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Reconstrucción 3D de la corona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Deconvolution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Estimación de velocidades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41040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Predecir y mejorar datos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Forecasting de flares y de CME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Heliosfera y space weather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Predicción del ciclo solar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Super-resolution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Denoising y desaturación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Far-side imaging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Generación de datos sintéticos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4104000"/>
            <a:ext cx="28575" cy="360000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Vemos cuatro casos: agujeros coronales, flares y CME, HelioML y MUISCA.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Illarionov y Tlatov (2018), MNRAS 481, 5014 · Jarolim et al. (2021), A&amp;A 652, A13 · Reiss et al. (2021), ApJ 913, 28 · Asensio Ramos, Cheung, Chifu y Gafeira (2023), Living Rev. Sol. Phys. 20, 4, sección 7.1.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Huang et al. (2018), ApJ 856, 7 · Liu et al. (2019), ApJ 877, 121 · Bobra e Ilonidis (2016), ApJ 821, 127 · Asensio Ramos, Cheung, Chifu y Gafeira (2023), Living Rev. Sol. Phys. 20, 4, sección 7.3.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4" name="TextBox 23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Bobra y Mason (2018), HelioML, doi:10.5281/zenodo.1412824 · Bobra e Ilonidis (2016), ApJ 821, 127 · Díaz Baso y Asensio Ramos (2018), A&amp;A 614, A5 · Felipe y Asensio Ramos (2019), A&amp;A 632, A82.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Agudelo Ortiz, Morales, Vargas Domínguez, Castellanos Durán y Shelyag, MUISCA (en preparación).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Roy et al. (2025), arXiv:2508.14112 (Surya).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41" name="TextBox 4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AFC0CE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Liu et al. (2023), Visual Instruction Tuning (LLaVA), arXiv:2304.08485.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Darnel et al. (2022), Space Weather 20, e2022SW003044.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